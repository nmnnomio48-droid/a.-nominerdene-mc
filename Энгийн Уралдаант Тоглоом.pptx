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17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11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39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11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11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3" name="Image 1" descr="https://picture-search.skywork.ai/aippt/image/sheet/5f58ca65658e982d99be64e0fdcf42a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95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0"/>
            <a:ext cx="11430000" cy="3810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701" y="1562100"/>
            <a:ext cx="25717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451" y="1562100"/>
            <a:ext cx="257175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350" y="15621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126" y="3124200"/>
            <a:ext cx="171450" cy="3810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-213360" y="304800"/>
            <a:ext cx="126187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15803D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ЭНГИЙН УРАЛДАНТ ТОГЛООМ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2152829" y="990600"/>
            <a:ext cx="78863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HTML, CSS, JavaScript зэрэг вэб технологиудыг ашиглан бүтээсэн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5047208" y="2019300"/>
            <a:ext cx="5089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5776168" y="2019300"/>
            <a:ext cx="3598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6380857" y="2019300"/>
            <a:ext cx="9167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5530944" y="2781300"/>
            <a:ext cx="11299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ЭХЛҮҮЛЭХ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11153924" y="3429000"/>
            <a:ext cx="10628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2025-12-26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FC0A9A-7E15-E819-9C29-F776A1A79919}"/>
              </a:ext>
            </a:extLst>
          </p:cNvPr>
          <p:cNvSpPr txBox="1"/>
          <p:nvPr/>
        </p:nvSpPr>
        <p:spPr>
          <a:xfrm>
            <a:off x="93073" y="3837992"/>
            <a:ext cx="411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Мандах Их Сургууль</a:t>
            </a:r>
          </a:p>
          <a:p>
            <a:pPr algn="ctr"/>
            <a:r>
              <a:rPr lang="mn-M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Мэдээллийн Технологийн Сургууль </a:t>
            </a: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F84F8-DC47-7BB4-78ED-95FED5DF8E2E}"/>
              </a:ext>
            </a:extLst>
          </p:cNvPr>
          <p:cNvSpPr txBox="1"/>
          <p:nvPr/>
        </p:nvSpPr>
        <p:spPr>
          <a:xfrm>
            <a:off x="7131990" y="5867400"/>
            <a:ext cx="455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Мэдээллийн систем: А.Номин-Эрдэнэ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38300"/>
            <a:ext cx="5486400" cy="847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171825"/>
            <a:ext cx="5486400" cy="847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638300"/>
            <a:ext cx="5486400" cy="1028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938337"/>
            <a:ext cx="294233" cy="428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642" y="20002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7813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81338"/>
            <a:ext cx="257175" cy="428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14325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924300"/>
            <a:ext cx="5486400" cy="1295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357688"/>
            <a:ext cx="257175" cy="4286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44196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5334000"/>
            <a:ext cx="5486400" cy="102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634038"/>
            <a:ext cx="264616" cy="428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6908" y="5695950"/>
            <a:ext cx="2286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Тухай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381000" y="1181100"/>
            <a:ext cx="5486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495300" y="1752600"/>
            <a:ext cx="52578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JavaScript-ийг ашиглан хэрхэн интерактив, хөгжилтэй тоглоом бүтээж болохыг харуулах.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381000" y="2714625"/>
            <a:ext cx="5486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Уралдааны Горим</a:t>
            </a:r>
            <a:endParaRPr lang="en-US" sz="2250" dirty="0"/>
          </a:p>
        </p:txBody>
      </p:sp>
      <p:sp>
        <p:nvSpPr>
          <p:cNvPr id="22" name="Text 4"/>
          <p:cNvSpPr/>
          <p:nvPr/>
        </p:nvSpPr>
        <p:spPr>
          <a:xfrm>
            <a:off x="495300" y="3286125"/>
            <a:ext cx="52578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Хоёр тоглогчийн горимд тоглогчид гарын "a" болон "s" товчлууруудыг ашиглан урагшлуулж өрсөлдөнө.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324600" y="1181100"/>
            <a:ext cx="6583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Онцлог Шинж Чанарууд</a:t>
            </a:r>
            <a:endParaRPr lang="en-US" sz="2250" dirty="0"/>
          </a:p>
        </p:txBody>
      </p:sp>
      <p:sp>
        <p:nvSpPr>
          <p:cNvPr id="24" name="Text 6"/>
          <p:cNvSpPr/>
          <p:nvPr/>
        </p:nvSpPr>
        <p:spPr>
          <a:xfrm>
            <a:off x="6847433" y="1752600"/>
            <a:ext cx="48492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Хоёр Тоглогчийн Горим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6847433" y="2019300"/>
            <a:ext cx="484926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Тоглогчид гарын "a" болон "s" товчлуурууда өөрсдийн машиныг урагшлуулж өрсөлдөнө.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6810375" y="2895600"/>
            <a:ext cx="5863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Хөдөлгөөнтэй Анимац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6810375" y="3162300"/>
            <a:ext cx="48863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CSS-ийн `@keyframes` ашиглан замын зургийг хөдөлгөөнд оруулж, машин уралдаж буй сэтгэгдэл төрүүлнэ.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6810375" y="4038600"/>
            <a:ext cx="5863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Ялагчийг Зарлах Систем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810375" y="4305300"/>
            <a:ext cx="4886325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 барианд хүрэх үед (finish line) аль машин түрүүлснийг тодорхойлж, ялагчийн нэрийг дэлгэцэнд тодоор харуулна.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817816" y="5448300"/>
            <a:ext cx="5854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Тоглоомыг Дахин Эхлүүлэх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6817816" y="5715000"/>
            <a:ext cx="487888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дууссаны дараа "START" товч дахин гарч ирж, шинэ тоглоом эхлүүлэх боломжийг олгоно.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381000" y="65151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58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76400"/>
            <a:ext cx="5486400" cy="457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676400"/>
            <a:ext cx="548640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866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819400"/>
            <a:ext cx="54864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0099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9624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41529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5105400"/>
            <a:ext cx="54864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52959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6019800"/>
            <a:ext cx="54864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6210300"/>
            <a:ext cx="22860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Бүтэц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381000" y="1181100"/>
            <a:ext cx="6583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үндсэн элементүүд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533400" y="1676400"/>
            <a:ext cx="5486400" cy="457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Эхлэх үү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&lt;/h2&gt;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"gameArea"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"nogoon1.png"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"car1"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ногоон машин --&gt;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"tsenher1.png"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"car2"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цэнхэр машин --&gt;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"winText"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&gt;&lt;/div&gt;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WIN текст --&gt;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&lt;/div&gt;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"btnArea"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"startBtn"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&lt;/button&gt;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    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&lt;/div&gt;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&lt;/body&gt;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381000" y="6400800"/>
            <a:ext cx="5486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Дээрх кодын хэсэгт ашиглагдсан HTML тагууд болон тэдгээрийн үүрэг: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324600" y="1181100"/>
            <a:ext cx="6583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Элементүүдийн Тайлбар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819900" y="18288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id="gameArea"&gt;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6819900" y="20955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үндсэн талбайг илэрхийлэх div элемент. Энэ дотор машинууд болон ялагчийн текст байрлана.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6819900" y="2971800"/>
            <a:ext cx="5806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src="nogoon1.png" id="car1"&gt;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6819900" y="32385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машиныг илэрхийлэх img элемент. id="car1" нь JavaScript-ээс энэ машиныг удирдах боломжийг олгоно.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819900" y="4114800"/>
            <a:ext cx="5806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src="tsenher1.png" id="car2"&gt;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819900" y="4381500"/>
            <a:ext cx="4838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машиныг илэрхийлэх img элемент. id="car2" нь JavaScript-ээс энэ машиныг удирдах боломжийг олгоно.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6848475" y="5257800"/>
            <a:ext cx="52924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id="winText"&gt;&lt;/div&gt;</a:t>
            </a:r>
            <a:endParaRPr lang="en-US" sz="1500" dirty="0"/>
          </a:p>
        </p:txBody>
      </p:sp>
      <p:sp>
        <p:nvSpPr>
          <p:cNvPr id="27" name="Text 12"/>
          <p:cNvSpPr/>
          <p:nvPr/>
        </p:nvSpPr>
        <p:spPr>
          <a:xfrm>
            <a:off x="6848475" y="5524500"/>
            <a:ext cx="52924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дуусахад ялагчийн мэдээллийг харуулах div элемент.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819900" y="6172200"/>
            <a:ext cx="42574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 id="startBtn"&gt;START&lt;/button&gt;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819900" y="6438900"/>
            <a:ext cx="42574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Тоглоомыг эхлүүлэх үүрэгтэй button элемент.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381000" y="70866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-514350"/>
            <a:ext cx="12192000" cy="7772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5562600" cy="2628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485900"/>
            <a:ext cx="556260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6002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16764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971800"/>
            <a:ext cx="5562600" cy="1371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0861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162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457700"/>
            <a:ext cx="5562600" cy="1371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5720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4648200"/>
            <a:ext cx="1524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1582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Дизайн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304800" y="1028700"/>
            <a:ext cx="6675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Харагдах Байдал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419100" y="1485900"/>
            <a:ext cx="5562600" cy="2628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#gameArea {</a:t>
            </a: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width: 100%;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дэлгэцийн өргөн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height: 400px;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өндөр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background-image: url("zam1.jpg");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замны зураг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background-repeat: repeat-x;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хөндлөн давтах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background-size: auto 400px;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өндөр тааруулах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relative;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байрлалын харгалзах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overflow: hidden;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машиныг хэтрэхэд нуух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</p:txBody>
      </p:sp>
      <p:sp>
        <p:nvSpPr>
          <p:cNvPr id="18" name="Text 3"/>
          <p:cNvSpPr/>
          <p:nvPr/>
        </p:nvSpPr>
        <p:spPr>
          <a:xfrm>
            <a:off x="731520" y="3243748"/>
            <a:ext cx="4945380" cy="1818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b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img {</a:t>
            </a: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width: 250px;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машины хэмжээ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absolute; /* absolute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байрлал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display: none;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эхэндээ машин алга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b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mn-MN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#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car1 { top: 40px; left: 0; }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ногоон машин байрлал */</a:t>
            </a:r>
          </a:p>
          <a:p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#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car2 { top: 240px; left: 0; } /* </a:t>
            </a:r>
            <a: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цэнхэр машин байрлал */</a:t>
            </a:r>
          </a:p>
          <a:p>
            <a:br>
              <a:rPr lang="mn-MN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mn-MN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324600" y="1028700"/>
            <a:ext cx="6675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Элементүүдийн Байрлал, Өнгө, Хэмжээ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819900" y="1619250"/>
            <a:ext cx="21290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талбай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6629400" y="19431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Дэлгэцийн бүх өргөнд тааруулна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629400" y="22098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 400px өндөртэй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629400" y="24765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зургийг арын фон болгон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819900" y="3105150"/>
            <a:ext cx="11831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629400" y="34290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250px хэмжээтэй, абсолют байрлал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629400" y="36957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Эхэндээ нууцлагдмал (display: none)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629400" y="39624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машинаар нь 40px, цэнхэр - 240px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6819900" y="4591050"/>
            <a:ext cx="16816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Эхлүүлэх товч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629400" y="49149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 20px доторхи зайтай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629400" y="51816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өнгөтэй, цагаан текст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629400" y="54483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Хил хязгааргүй (border: none)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304800" y="72771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734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572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557463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057650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485900"/>
            <a:ext cx="5562600" cy="2095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5181600"/>
            <a:ext cx="3155454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5867400"/>
            <a:ext cx="2883694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4494" y="5867400"/>
            <a:ext cx="2200424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6553200"/>
            <a:ext cx="2889945" cy="6096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1582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Анимац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704850" y="1028700"/>
            <a:ext cx="556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Хөдөлгөөн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304800" y="1447800"/>
            <a:ext cx="55626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хамгийн чухал харагдах байдлын нэг замын хөдөлгөөн юм. Энэ нь тоглогч машинтайгаа урагшилж буй мэт сэтгэгдлийг төрүүлдэг.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704850" y="2528888"/>
            <a:ext cx="556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Keyframes</a:t>
            </a:r>
            <a:endParaRPr lang="en-US" sz="2250" dirty="0"/>
          </a:p>
        </p:txBody>
      </p:sp>
      <p:sp>
        <p:nvSpPr>
          <p:cNvPr id="19" name="Text 4"/>
          <p:cNvSpPr/>
          <p:nvPr/>
        </p:nvSpPr>
        <p:spPr>
          <a:xfrm>
            <a:off x="304800" y="2947988"/>
            <a:ext cx="55626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CSS-ийн </a:t>
            </a:r>
            <a:r>
              <a:rPr lang="en-US" sz="15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@keyframes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дүрмийг ашиглан хөдөлгөөнийг тодорхойлно. Энэ нь элементийн стилийг тодорхой хугацааны туршид өөрчлөгдөхийг зааж өгдөг.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704850" y="4029075"/>
            <a:ext cx="556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Машины Урагшлал</a:t>
            </a:r>
            <a:endParaRPr lang="en-US" sz="2250" dirty="0"/>
          </a:p>
        </p:txBody>
      </p:sp>
      <p:sp>
        <p:nvSpPr>
          <p:cNvPr id="21" name="Text 6"/>
          <p:cNvSpPr/>
          <p:nvPr/>
        </p:nvSpPr>
        <p:spPr>
          <a:xfrm>
            <a:off x="304800" y="4448175"/>
            <a:ext cx="55626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шинж чанарыг 0-ээс -1500px хүртэл өөрчилж, замын зургийг зүүн тийш шилжүүлдэг.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6324600" y="1028700"/>
            <a:ext cx="556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Кодын Задаргаа</a:t>
            </a:r>
            <a:endParaRPr lang="en-US" sz="2250" dirty="0"/>
          </a:p>
        </p:txBody>
      </p:sp>
      <p:sp>
        <p:nvSpPr>
          <p:cNvPr id="23" name="Text 8"/>
          <p:cNvSpPr/>
          <p:nvPr/>
        </p:nvSpPr>
        <p:spPr>
          <a:xfrm>
            <a:off x="6438900" y="1485900"/>
            <a:ext cx="5562600" cy="2095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.moveRoad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
         </a:t>
            </a: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moveBg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}
</a:t>
            </a: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@keyframes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moveBg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
         </a:t>
            </a: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 </a:t>
            </a: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}
         </a:t>
            </a: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 { </a:t>
            </a: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-1500px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}
}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324600" y="37338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Анимацын Демонстрац</a:t>
            </a:r>
            <a:endParaRPr lang="en-US" sz="1800" dirty="0"/>
          </a:p>
        </p:txBody>
      </p:sp>
      <p:sp>
        <p:nvSpPr>
          <p:cNvPr id="25" name="Text 10"/>
          <p:cNvSpPr/>
          <p:nvPr/>
        </p:nvSpPr>
        <p:spPr>
          <a:xfrm>
            <a:off x="6324600" y="4876800"/>
            <a:ext cx="1691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0s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11746260" y="4876800"/>
            <a:ext cx="1691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6400800" y="5257800"/>
            <a:ext cx="30030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6400800" y="5524500"/>
            <a:ext cx="36036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 нэг удаа дуусахад шаардагдах хугацаа</a:t>
            </a:r>
            <a:endParaRPr lang="en-US" sz="1050" dirty="0"/>
          </a:p>
        </p:txBody>
      </p:sp>
      <p:sp>
        <p:nvSpPr>
          <p:cNvPr id="29" name="Text 14"/>
          <p:cNvSpPr/>
          <p:nvPr/>
        </p:nvSpPr>
        <p:spPr>
          <a:xfrm>
            <a:off x="6400800" y="5943600"/>
            <a:ext cx="27312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400800" y="6210300"/>
            <a:ext cx="327755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Анимацийн хурдны муруй. Тогтмол хурдтай.</a:t>
            </a:r>
            <a:endParaRPr lang="en-US" sz="1050" dirty="0"/>
          </a:p>
        </p:txBody>
      </p:sp>
      <p:sp>
        <p:nvSpPr>
          <p:cNvPr id="31" name="Text 16"/>
          <p:cNvSpPr/>
          <p:nvPr/>
        </p:nvSpPr>
        <p:spPr>
          <a:xfrm>
            <a:off x="9360694" y="5943600"/>
            <a:ext cx="20480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9360694" y="6210300"/>
            <a:ext cx="24576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 тасралтгүй давтагдана.</a:t>
            </a:r>
            <a:endParaRPr lang="en-US" sz="1050" dirty="0"/>
          </a:p>
        </p:txBody>
      </p:sp>
      <p:sp>
        <p:nvSpPr>
          <p:cNvPr id="33" name="Text 18"/>
          <p:cNvSpPr/>
          <p:nvPr/>
        </p:nvSpPr>
        <p:spPr>
          <a:xfrm>
            <a:off x="6400800" y="6629400"/>
            <a:ext cx="27375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-1500px</a:t>
            </a:r>
            <a:endParaRPr lang="en-US" sz="1350" dirty="0"/>
          </a:p>
        </p:txBody>
      </p:sp>
      <p:sp>
        <p:nvSpPr>
          <p:cNvPr id="34" name="Text 19"/>
          <p:cNvSpPr/>
          <p:nvPr/>
        </p:nvSpPr>
        <p:spPr>
          <a:xfrm>
            <a:off x="6400800" y="6896100"/>
            <a:ext cx="328505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зургийн хөндлөн байрлалын төгсгөл</a:t>
            </a:r>
            <a:endParaRPr lang="en-US" sz="1050" dirty="0"/>
          </a:p>
        </p:txBody>
      </p:sp>
      <p:sp>
        <p:nvSpPr>
          <p:cNvPr id="35" name="Text 20"/>
          <p:cNvSpPr/>
          <p:nvPr/>
        </p:nvSpPr>
        <p:spPr>
          <a:xfrm>
            <a:off x="304800" y="72390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239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333500"/>
            <a:ext cx="57150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44780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5240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247900"/>
            <a:ext cx="57150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23622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24384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429000"/>
            <a:ext cx="5715000" cy="1104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35433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575" y="36195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333500"/>
            <a:ext cx="5715000" cy="2895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305300"/>
            <a:ext cx="5715000" cy="3695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8077200"/>
            <a:ext cx="5715000" cy="26289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28600" y="228600"/>
            <a:ext cx="11734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Удирдлага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228600" y="914400"/>
            <a:ext cx="5715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Логик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723900" y="1466850"/>
            <a:ext cx="21104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Эхлүүлэх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723900" y="1790700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товч дээр дарахад тоглоомыг бэлдэх.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23900" y="2381250"/>
            <a:ext cx="2180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Тоглогчийн Үйлдэл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723900" y="270510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 товч ногоон машиныг, "s" товч цэнхэр машиныг урагшлуулна.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723900" y="3562350"/>
            <a:ext cx="1943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Ялалтын Нөхцөл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723900" y="3886200"/>
            <a:ext cx="5105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 барианд хүрэх үед ялагчийг тодорхойлж тоглоомыг зогсоодог.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6248400" y="914400"/>
            <a:ext cx="5715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Код</a:t>
            </a:r>
            <a:endParaRPr lang="en-US" sz="2250" dirty="0"/>
          </a:p>
        </p:txBody>
      </p:sp>
      <p:sp>
        <p:nvSpPr>
          <p:cNvPr id="25" name="Text 9"/>
          <p:cNvSpPr/>
          <p:nvPr/>
        </p:nvSpPr>
        <p:spPr>
          <a:xfrm>
            <a:off x="6362700" y="1333500"/>
            <a:ext cx="5715000" cy="289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startBtn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"click"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() =&gt; {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"0px"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"0px"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true;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gameArea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.classList.add(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"moveRoad"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
})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362700" y="4305300"/>
            <a:ext cx="5715000" cy="3695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"keydown"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=&gt; {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(!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.key ===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 </a:t>
            </a:r>
            <a:r>
              <a:rPr lang="en-US" sz="1350" dirty="0">
                <a:solidFill>
                  <a:srgbClr val="627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ногоон машин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+= 50;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"px"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"Ногоон машин хожлоо"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
}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.key ===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 </a:t>
            </a:r>
            <a:r>
              <a:rPr lang="en-US" sz="1350" dirty="0">
                <a:solidFill>
                  <a:srgbClr val="627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цэнхэр машин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+= 50;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"px"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"Цэнхэр машин хожлоо"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
}
})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6362700" y="8077200"/>
            <a:ext cx="5715000" cy="2628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false;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gameArea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.classList.remove(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"moveRoad"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winText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.innerHTML = 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winText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.style.transition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 0.5s ease"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.style.transform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"scale(1.3)"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</a:t>
            </a: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startBtn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
}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228600" y="10820400"/>
            <a:ext cx="11734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76400"/>
            <a:ext cx="54864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429000"/>
            <a:ext cx="5486400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019300"/>
            <a:ext cx="5486400" cy="173727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76700"/>
            <a:ext cx="5486400" cy="19431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Ажиллагаа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381000" y="1181100"/>
            <a:ext cx="6583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Товчлуурын Удирдлага</a:t>
            </a:r>
            <a:endParaRPr lang="en-US" sz="2250" dirty="0"/>
          </a:p>
        </p:txBody>
      </p:sp>
      <p:sp>
        <p:nvSpPr>
          <p:cNvPr id="10" name="Text 2"/>
          <p:cNvSpPr/>
          <p:nvPr/>
        </p:nvSpPr>
        <p:spPr>
          <a:xfrm>
            <a:off x="704850" y="1847850"/>
            <a:ext cx="508099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1193899" y="1828800"/>
            <a:ext cx="3113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 Удирдлага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1193899" y="2095500"/>
            <a:ext cx="3113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машиныг урагшлуулах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704850" y="2533650"/>
            <a:ext cx="495449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1181249" y="2514600"/>
            <a:ext cx="3120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 Удирдлага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1181249" y="2781300"/>
            <a:ext cx="3120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машиныг урагшлуулах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533400" y="35814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JavaScript-ийн Тухай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571500" y="3924300"/>
            <a:ext cx="5372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Тоглогчид гарын товчлууруудыг ашиглан машинуудаа удирддаг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71500" y="45339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keydown event ашиглан товчлуурын даралтыг шалгадаг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571500" y="48768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эхлээгүй бол гарын товчлуурын үйлдлийг үл тооно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324600" y="1181100"/>
            <a:ext cx="5486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Барианы Шугам ба Ялагчийг Тодорхойлох Систем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6477000" y="42291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Ялагчийг Тодорхойлох Систем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515100" y="45720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Барианы шугам 1700 пикселийн утгатай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515100" y="49149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JavaScript-ийн if нөхцөл ашиглан ялагчийг шалгадаг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515100" y="52578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win() функцийг дуудаж тоглоомыг зогсоодог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515100" y="56007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Ялагчийн текст болон машиныг тодорхойлох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381000" y="62865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3657600" cy="2743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90650"/>
            <a:ext cx="555724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50" y="15240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181100"/>
            <a:ext cx="3657600" cy="2743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3716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150495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181100"/>
            <a:ext cx="3657600" cy="2743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1390650"/>
            <a:ext cx="527447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323" y="15240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6191250"/>
            <a:ext cx="228600" cy="2286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1279624" y="1371600"/>
            <a:ext cx="256847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Технологиудын Уялдаа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571500" y="2133600"/>
            <a:ext cx="3276600" cy="160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 технологиудыг хослуулснаар энгийн боловч бүрэн ажиллагаатай уралдааны тоглоомыг амжилттай бүтээж, вэб хөгжүүлэлтийн суурь ойлголтуудыг практикт хэрэгжүүлэх боломжийг харуулсан юм.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5181600" y="1504950"/>
            <a:ext cx="30396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Хөгжүүлэлтийн Ололт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4457700" y="2095500"/>
            <a:ext cx="32766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бүтэц, дизайн, хөдөлгөөн, удирдлага зэргийг хэрхэн хэрэгжүүлсэн талаар танилцуулж, эдгээр технологийн уялдаа холбоог ойлгуулахыг зорьсон.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9023747" y="1371600"/>
            <a:ext cx="259675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Хэрэглээний Боломжууд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8343900" y="2133600"/>
            <a:ext cx="32766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Энэхүү тоглоом нь вэб хөгжүүлэлтийн үндсэн технологиудыг ашиглан хэрхэн интерактив, хөгжилтэй тоглоом бүтээж болохыг харууллаа. Энэ нь дараагийн хөгжүүлэлтийн суурь болно.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11588472" y="6229350"/>
            <a:ext cx="2225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1202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Press Start 2P</vt:lpstr>
      <vt:lpstr>Times New Roman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А. Номин-Эрдэнэ</cp:lastModifiedBy>
  <cp:revision>2</cp:revision>
  <dcterms:created xsi:type="dcterms:W3CDTF">2025-12-26T08:48:44Z</dcterms:created>
  <dcterms:modified xsi:type="dcterms:W3CDTF">2025-12-26T09:11:22Z</dcterms:modified>
</cp:coreProperties>
</file>